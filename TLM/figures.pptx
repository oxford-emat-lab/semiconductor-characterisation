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two-probe measurement actually measures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1371600" y="2377440"/>
            <a:ext cx="6400800" cy="411480"/>
          </a:xfrm>
          <a:prstGeom prst="rect">
            <a:avLst/>
          </a:prstGeom>
          <a:solidFill>
            <a:srgbClr val="F0EDE6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08760" y="24597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insulating substrate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0" y="1645920"/>
            <a:ext cx="6400800" cy="73152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0" y="2084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doped semiconductor layer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1389888"/>
            <a:ext cx="1188720" cy="25603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389888"/>
            <a:ext cx="1188720" cy="25603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25880" y="104241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contact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104241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contact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38528" y="1389888"/>
            <a:ext cx="0" cy="548640"/>
          </a:xfrm>
          <a:prstGeom prst="line">
            <a:avLst/>
          </a:prstGeom>
          <a:noFill/>
          <a:ln w="28575">
            <a:solidFill>
              <a:srgbClr val="1B9E77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938528" y="1938528"/>
            <a:ext cx="5266944" cy="0"/>
          </a:xfrm>
          <a:prstGeom prst="line">
            <a:avLst/>
          </a:prstGeom>
          <a:noFill/>
          <a:ln w="28575">
            <a:solidFill>
              <a:srgbClr val="1B9E7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205472" y="1389888"/>
            <a:ext cx="0" cy="548640"/>
          </a:xfrm>
          <a:prstGeom prst="line">
            <a:avLst/>
          </a:prstGeom>
          <a:noFill/>
          <a:ln w="28575">
            <a:solidFill>
              <a:srgbClr val="1B9E77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82880" y="18105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9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path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71600" y="3063240"/>
            <a:ext cx="822960" cy="457200"/>
          </a:xfrm>
          <a:prstGeom prst="rect">
            <a:avLst/>
          </a:prstGeom>
          <a:solidFill>
            <a:srgbClr val="8C8C8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3063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3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194560" y="3063240"/>
            <a:ext cx="1051560" cy="457200"/>
          </a:xfrm>
          <a:prstGeom prst="rect">
            <a:avLst/>
          </a:prstGeom>
          <a:solidFill>
            <a:srgbClr val="D95F02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0" y="30632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3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46120" y="3063240"/>
            <a:ext cx="2651760" cy="457200"/>
          </a:xfrm>
          <a:prstGeom prst="rect">
            <a:avLst/>
          </a:prstGeom>
          <a:solidFill>
            <a:srgbClr val="A8C4E0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3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897880" y="3063240"/>
            <a:ext cx="1051560" cy="457200"/>
          </a:xfrm>
          <a:prstGeom prst="rect">
            <a:avLst/>
          </a:prstGeom>
          <a:solidFill>
            <a:srgbClr val="D95F02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30632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3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949440" y="3063240"/>
            <a:ext cx="822960" cy="457200"/>
          </a:xfrm>
          <a:prstGeom prst="rect">
            <a:avLst/>
          </a:prstGeom>
          <a:solidFill>
            <a:srgbClr val="8C8C8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0" y="3063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3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371600" y="3822192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0" y="3822192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71600" y="3904488"/>
            <a:ext cx="64008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371600" y="357530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371600" y="39593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 </a:t>
            </a:r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2</a:t>
            </a:r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2</a:t>
            </a:r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</a:t>
            </a:r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371600" y="43616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metal term is negligible; the two contact terms are what TLM is built to isolate.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TLM test structure (top view)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1097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doped layer, sheet resistance </a:t>
            </a:r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indent="0" marL="0">
              <a:buNone/>
            </a:pPr>
            <a:r>
              <a:rPr lang="en-US" sz="1100" i="1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7269480" cy="132588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563624"/>
            <a:ext cx="502920" cy="112471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1563624"/>
            <a:ext cx="502920" cy="112471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563624"/>
            <a:ext cx="502920" cy="112471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70248" y="1563624"/>
            <a:ext cx="502920" cy="112471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33288" y="1563624"/>
            <a:ext cx="502920" cy="112471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07808" y="1563624"/>
            <a:ext cx="502920" cy="112471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1563624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7552" y="2688336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1563624"/>
            <a:ext cx="0" cy="112471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74320" y="188823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" y="2144268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width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07808" y="1161288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10728" y="1161288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07808" y="1243584"/>
            <a:ext cx="5029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607808" y="9144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79208" y="87782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965960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65960" y="3337560"/>
            <a:ext cx="2286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965960" y="300837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760220" y="34290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100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97480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08960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7480" y="3337560"/>
            <a:ext cx="41148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2697480" y="300837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83180" y="34290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100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11880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70248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11880" y="3337560"/>
            <a:ext cx="65836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3611880" y="300837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21024" y="34290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100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73168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33288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3337560"/>
            <a:ext cx="9601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4773168" y="3008376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33188" y="34290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100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36208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07808" y="3255264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36208" y="3337560"/>
            <a:ext cx="13716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236208" y="300837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01968" y="34290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100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8640" y="39776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neighbouring pair gives one resistance at one spacing. Same sheet, same contacts — only L changes.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crowding and the transfer length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10698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edge of the contact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344168" y="1325880"/>
            <a:ext cx="896112" cy="292608"/>
          </a:xfrm>
          <a:prstGeom prst="line">
            <a:avLst/>
          </a:prstGeom>
          <a:noFill/>
          <a:ln w="12700">
            <a:solidFill>
              <a:srgbClr val="D95F0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2240280" y="1709928"/>
            <a:ext cx="2286000" cy="25603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0" y="1399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contact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4114800" cy="77724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468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doped layer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67512" y="2368296"/>
            <a:ext cx="1234440" cy="0"/>
          </a:xfrm>
          <a:prstGeom prst="line">
            <a:avLst/>
          </a:prstGeom>
          <a:noFill/>
          <a:ln w="28575">
            <a:solidFill>
              <a:srgbClr val="1B9E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2368296"/>
            <a:ext cx="384048" cy="0"/>
          </a:xfrm>
          <a:prstGeom prst="line">
            <a:avLst/>
          </a:prstGeom>
          <a:noFill/>
          <a:ln w="28575">
            <a:solidFill>
              <a:srgbClr val="1B9E77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2313432" y="1965960"/>
            <a:ext cx="0" cy="377779"/>
          </a:xfrm>
          <a:prstGeom prst="line">
            <a:avLst/>
          </a:prstGeom>
          <a:noFill/>
          <a:ln w="25400">
            <a:solidFill>
              <a:srgbClr val="D95F02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 flipV="1">
            <a:off x="2514600" y="1965960"/>
            <a:ext cx="0" cy="268306"/>
          </a:xfrm>
          <a:prstGeom prst="line">
            <a:avLst/>
          </a:prstGeom>
          <a:noFill/>
          <a:ln w="25400">
            <a:solidFill>
              <a:srgbClr val="D95F0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2752344" y="1965960"/>
            <a:ext cx="0" cy="184458"/>
          </a:xfrm>
          <a:prstGeom prst="line">
            <a:avLst/>
          </a:prstGeom>
          <a:noFill/>
          <a:ln w="25400">
            <a:solidFill>
              <a:srgbClr val="D95F02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3063240" y="1965960"/>
            <a:ext cx="0" cy="120489"/>
          </a:xfrm>
          <a:prstGeom prst="line">
            <a:avLst/>
          </a:prstGeom>
          <a:noFill/>
          <a:ln w="25400">
            <a:solidFill>
              <a:srgbClr val="D95F0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3447288" y="1965960"/>
            <a:ext cx="0" cy="80560"/>
          </a:xfrm>
          <a:prstGeom prst="line">
            <a:avLst/>
          </a:prstGeom>
          <a:noFill/>
          <a:ln w="25400">
            <a:solidFill>
              <a:srgbClr val="D95F0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3904488" y="1965960"/>
            <a:ext cx="0" cy="59757"/>
          </a:xfrm>
          <a:prstGeom prst="line">
            <a:avLst/>
          </a:prstGeom>
          <a:noFill/>
          <a:ln w="25400">
            <a:solidFill>
              <a:srgbClr val="D95F0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40280" y="3008376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3008376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3090672"/>
            <a:ext cx="5029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240280" y="276148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11680" y="316382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300" b="1" i="1" baseline="-400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352958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current has crossed within one transfer length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129844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still flowing in the semiconductor, </a:t>
            </a:r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06440" y="1645920"/>
            <a:ext cx="278892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06440" y="3246120"/>
            <a:ext cx="2788920" cy="0"/>
          </a:xfrm>
          <a:prstGeom prst="line">
            <a:avLst/>
          </a:prstGeom>
          <a:noFill/>
          <a:ln w="12700">
            <a:solidFill>
              <a:srgbClr val="3A4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1645920"/>
            <a:ext cx="0" cy="1600200"/>
          </a:xfrm>
          <a:prstGeom prst="line">
            <a:avLst/>
          </a:prstGeom>
          <a:noFill/>
          <a:ln w="12700">
            <a:solidFill>
              <a:srgbClr val="3A4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06440" y="1645920"/>
            <a:ext cx="107266" cy="256666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13706" y="1902586"/>
            <a:ext cx="107266" cy="215498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972" y="2118084"/>
            <a:ext cx="107266" cy="180933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8238" y="2299017"/>
            <a:ext cx="107266" cy="151912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35505" y="2450928"/>
            <a:ext cx="107266" cy="127546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42771" y="2578474"/>
            <a:ext cx="107266" cy="107088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0037" y="2685562"/>
            <a:ext cx="107266" cy="89911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57303" y="2775473"/>
            <a:ext cx="107266" cy="75490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64569" y="2850963"/>
            <a:ext cx="107266" cy="63382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71835" y="2914345"/>
            <a:ext cx="107266" cy="53215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79102" y="2967560"/>
            <a:ext cx="107266" cy="44680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86368" y="3012240"/>
            <a:ext cx="107266" cy="37513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93634" y="3049754"/>
            <a:ext cx="107266" cy="31496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00900" y="3081250"/>
            <a:ext cx="107266" cy="26445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08166" y="3107695"/>
            <a:ext cx="107266" cy="22203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15432" y="3129898"/>
            <a:ext cx="107266" cy="18642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22698" y="3148539"/>
            <a:ext cx="107266" cy="15652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29965" y="3164191"/>
            <a:ext cx="107266" cy="13141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737231" y="3177332"/>
            <a:ext cx="107266" cy="11033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44497" y="3188365"/>
            <a:ext cx="107266" cy="9264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51763" y="3197629"/>
            <a:ext cx="107266" cy="7778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59029" y="3205407"/>
            <a:ext cx="107266" cy="6530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66295" y="3211937"/>
            <a:ext cx="107266" cy="5483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73562" y="3217420"/>
            <a:ext cx="107266" cy="4603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380828" y="3222023"/>
            <a:ext cx="107266" cy="3865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88094" y="3225888"/>
            <a:ext cx="107266" cy="3245"/>
          </a:xfrm>
          <a:prstGeom prst="line">
            <a:avLst/>
          </a:prstGeom>
          <a:noFill/>
          <a:ln w="28575">
            <a:solidFill>
              <a:srgbClr val="D95F0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20002" y="2657439"/>
            <a:ext cx="0" cy="588681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5981090" y="330098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= L</a:t>
            </a:r>
            <a:pPr algn="ctr" indent="0" marL="0">
              <a:buNone/>
            </a:pPr>
            <a:r>
              <a:rPr lang="en-US" sz="1000" i="1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583680" y="19202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indent="0" marL="0">
              <a:buNone/>
            </a:pPr>
            <a:r>
              <a:rPr lang="en-US" sz="1300" i="1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(x) = </a:t>
            </a:r>
            <a:pPr indent="0" marL="0">
              <a:buNone/>
            </a:pPr>
            <a:r>
              <a:rPr lang="en-US" sz="1300" i="1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indent="0" marL="0">
              <a:buNone/>
            </a:pPr>
            <a:r>
              <a:rPr lang="en-US" sz="1300" i="1" baseline="-400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exp( –x / </a:t>
            </a:r>
            <a:pPr indent="0" marL="0">
              <a:buNone/>
            </a:pPr>
            <a:r>
              <a:rPr lang="en-US" sz="1300" i="1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indent="0" marL="0">
              <a:buNone/>
            </a:pPr>
            <a:r>
              <a:rPr lang="en-US" sz="1300" i="1" baseline="-400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indent="0" marL="0">
              <a:buNone/>
            </a:pPr>
            <a:r>
              <a:rPr lang="en-US" sz="13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806440" y="357530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into the contact, x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2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√( ρ</a:t>
            </a:r>
            <a:pPr algn="ctr" indent="0" marL="0">
              <a:buNone/>
            </a:pPr>
            <a:r>
              <a:rPr lang="en-US" sz="1200" b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12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R</a:t>
            </a:r>
            <a:pPr algn="ctr" indent="0" marL="0">
              <a:buNone/>
            </a:pPr>
            <a:r>
              <a:rPr lang="en-US" sz="12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lateral transport in the sheet competing with vertical transport across the interface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four parameters off one straight line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1188720" y="3703320"/>
            <a:ext cx="3566160" cy="0"/>
          </a:xfrm>
          <a:prstGeom prst="line">
            <a:avLst/>
          </a:prstGeom>
          <a:noFill/>
          <a:ln w="19050">
            <a:solidFill>
              <a:srgbClr val="3A4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0" y="3977640"/>
            <a:ext cx="0" cy="-2514600"/>
          </a:xfrm>
          <a:prstGeom prst="line">
            <a:avLst/>
          </a:prstGeom>
          <a:noFill/>
          <a:ln w="19050">
            <a:solidFill>
              <a:srgbClr val="3A4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0" y="4087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spacing, </a:t>
            </a:r>
            <a:pPr algn="ctr"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" y="1645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resistance, </a:t>
            </a:r>
            <a:endParaRPr lang="en-US" sz="1200" dirty="0"/>
          </a:p>
          <a:p>
            <a:pPr algn="r"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r" indent="0" marL="0">
              <a:buNone/>
            </a:pPr>
            <a:r>
              <a:rPr lang="en-US" sz="120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63040" y="3703320"/>
            <a:ext cx="3291840" cy="-2011680"/>
          </a:xfrm>
          <a:prstGeom prst="line">
            <a:avLst/>
          </a:prstGeom>
          <a:noFill/>
          <a:ln w="31750">
            <a:solidFill>
              <a:srgbClr val="7570B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83764" y="2861564"/>
            <a:ext cx="118872" cy="1188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86684" y="2554224"/>
            <a:ext cx="118872" cy="1188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9604" y="2246884"/>
            <a:ext cx="118872" cy="1188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92524" y="1939544"/>
            <a:ext cx="118872" cy="1188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49724" y="1660144"/>
            <a:ext cx="118872" cy="1188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63040" y="3200400"/>
            <a:ext cx="329184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231136" y="3145536"/>
            <a:ext cx="109728" cy="109728"/>
          </a:xfrm>
          <a:prstGeom prst="ellipse">
            <a:avLst/>
          </a:prstGeom>
          <a:solidFill>
            <a:srgbClr val="7570B3"/>
          </a:solidFill>
          <a:ln w="12700">
            <a:solidFill>
              <a:srgbClr val="7570B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14016" y="287121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y-intercept = 2</a:t>
            </a:r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indent="0" marL="0">
              <a:buNone/>
            </a:pPr>
            <a:r>
              <a:rPr lang="en-US" sz="1200" i="1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408176" y="3648456"/>
            <a:ext cx="109728" cy="109728"/>
          </a:xfrm>
          <a:prstGeom prst="ellipse">
            <a:avLst/>
          </a:prstGeom>
          <a:solidFill>
            <a:srgbClr val="D95F02"/>
          </a:solidFill>
          <a:ln w="12700">
            <a:solidFill>
              <a:srgbClr val="D95F0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79476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x-intercept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40142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–2</a:t>
            </a:r>
            <a:pPr algn="ctr" indent="0" marL="0">
              <a:buNone/>
            </a:pPr>
            <a:r>
              <a:rPr lang="en-US" sz="1100" i="1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2529840"/>
            <a:ext cx="86868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251960" y="2529840"/>
            <a:ext cx="0" cy="-53086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377440" y="13990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 = </a:t>
            </a:r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indent="0" marL="0">
              <a:buNone/>
            </a:pPr>
            <a:r>
              <a:rPr lang="en-US" sz="1200" i="1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49240" y="109728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7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(</a:t>
            </a:r>
            <a:pPr algn="ctr" indent="0" marL="0">
              <a:buNone/>
            </a:pPr>
            <a:r>
              <a:rPr lang="en-US" sz="17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7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ctr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17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( </a:t>
            </a:r>
            <a:pPr algn="ctr" indent="0" marL="0">
              <a:buNone/>
            </a:pPr>
            <a:r>
              <a:rPr lang="en-US" sz="17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+ 2</a:t>
            </a:r>
            <a:pPr algn="ctr" indent="0" marL="0">
              <a:buNone/>
            </a:pPr>
            <a:r>
              <a:rPr lang="en-US" sz="17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700" b="1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349240" y="1737360"/>
            <a:ext cx="1600200" cy="411480"/>
          </a:xfrm>
          <a:prstGeom prst="rect">
            <a:avLst/>
          </a:prstGeom>
          <a:solidFill>
            <a:srgbClr val="F4F6F8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 × </a:t>
            </a:r>
            <a:pPr algn="ctr" indent="0" marL="0">
              <a:buNone/>
            </a:pPr>
            <a:r>
              <a:rPr lang="en-US" sz="10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967728" y="18196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205472" y="181965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resistance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349240" y="2240280"/>
            <a:ext cx="1600200" cy="411480"/>
          </a:xfrm>
          <a:prstGeom prst="rect">
            <a:avLst/>
          </a:prstGeom>
          <a:solidFill>
            <a:srgbClr val="F4F6F8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924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intercept ÷ 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67728" y="23225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205472" y="232257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resistance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349240" y="2743200"/>
            <a:ext cx="1600200" cy="411480"/>
          </a:xfrm>
          <a:prstGeom prst="rect">
            <a:avLst/>
          </a:prstGeom>
          <a:solidFill>
            <a:srgbClr val="F4F6F8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49240" y="2743200"/>
            <a:ext cx="1600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intercept ÷ 2·slope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67728" y="28254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05472" y="28254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length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3246120"/>
            <a:ext cx="1600200" cy="411480"/>
          </a:xfrm>
          <a:prstGeom prst="rect">
            <a:avLst/>
          </a:prstGeom>
          <a:solidFill>
            <a:srgbClr val="F4F6F8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49240" y="3246120"/>
            <a:ext cx="1600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05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ctr" indent="0" marL="0">
              <a:buNone/>
            </a:pPr>
            <a:r>
              <a:rPr lang="en-US" sz="10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05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buNone/>
            </a:pPr>
            <a:r>
              <a:rPr lang="en-US" sz="1050" baseline="3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967728" y="33284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05472" y="33284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contact resistivity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2219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fit, four numbers — provided the line really is straight.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Measuring one point: a four-wire sweep on one contact pair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1691640" y="3429000"/>
            <a:ext cx="6126480" cy="292608"/>
          </a:xfrm>
          <a:prstGeom prst="rect">
            <a:avLst/>
          </a:prstGeom>
          <a:solidFill>
            <a:srgbClr val="F0EDE6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697480"/>
            <a:ext cx="6126480" cy="73152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7400" y="2478024"/>
            <a:ext cx="1097280" cy="219456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2478024"/>
            <a:ext cx="1097280" cy="219456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822960"/>
            <a:ext cx="2286000" cy="548640"/>
          </a:xfrm>
          <a:prstGeom prst="rect">
            <a:avLst/>
          </a:prstGeom>
          <a:solidFill>
            <a:srgbClr val="F4F6F8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822960"/>
            <a:ext cx="22860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source-measure unit
</a:t>
            </a:r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sweeps V, records 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0" y="1371600"/>
            <a:ext cx="0" cy="41148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1783080"/>
            <a:ext cx="16002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0280" y="1783080"/>
            <a:ext cx="0" cy="69494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0" y="1371600"/>
            <a:ext cx="0" cy="41148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0" y="1783080"/>
            <a:ext cx="196596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69480" y="1783080"/>
            <a:ext cx="0" cy="69494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15453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+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60920" y="15453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–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60520" y="1371600"/>
            <a:ext cx="0" cy="896112"/>
          </a:xfrm>
          <a:prstGeom prst="line">
            <a:avLst/>
          </a:prstGeom>
          <a:noFill/>
          <a:ln w="15240">
            <a:solidFill>
              <a:srgbClr val="6B728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971800" y="2267712"/>
            <a:ext cx="118872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971800" y="2267712"/>
            <a:ext cx="0" cy="210312"/>
          </a:xfrm>
          <a:prstGeom prst="line">
            <a:avLst/>
          </a:prstGeom>
          <a:noFill/>
          <a:ln w="15240">
            <a:solidFill>
              <a:srgbClr val="6B7280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983480" y="1371600"/>
            <a:ext cx="0" cy="896112"/>
          </a:xfrm>
          <a:prstGeom prst="line">
            <a:avLst/>
          </a:prstGeom>
          <a:noFill/>
          <a:ln w="15240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983480" y="2267712"/>
            <a:ext cx="155448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537960" y="2267712"/>
            <a:ext cx="0" cy="210312"/>
          </a:xfrm>
          <a:prstGeom prst="line">
            <a:avLst/>
          </a:prstGeom>
          <a:noFill/>
          <a:ln w="15240">
            <a:solidFill>
              <a:srgbClr val="6B7280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097280" y="20299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 +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60920" y="20299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 –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54680" y="3730752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5080" y="3730752"/>
            <a:ext cx="0" cy="16459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54680" y="3813048"/>
            <a:ext cx="32004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154680" y="34838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57400" y="38862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spacing </a:t>
            </a:r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42793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Four-wire probing keeps the lead and probe resistance out of the measured </a:t>
            </a:r>
            <a:pPr algn="ctr"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otherwise it lands in the intercept and inflates ρ</a:t>
            </a:r>
            <a:pPr algn="ctr" indent="0" marL="0">
              <a:buNone/>
            </a:pPr>
            <a:r>
              <a:rPr lang="en-US" sz="1100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" y="46451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over every spacing, then fit </a:t>
            </a:r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versus </a:t>
            </a:r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2026-08-14T07:10:51Z</dcterms:created>
  <dcterms:modified xsi:type="dcterms:W3CDTF">2026-08-14T07:10:52Z</dcterms:modified>
</cp:coreProperties>
</file>