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1452" y="-3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Bonilla" userId="a66cfc27-1d1a-4561-813c-79e7c0e46b58" providerId="ADAL" clId="{4EB9642C-5E45-4269-A1C8-07A400741A5F}"/>
    <pc:docChg chg="undo custSel addSld modSld">
      <pc:chgData name="Sebastian Bonilla" userId="a66cfc27-1d1a-4561-813c-79e7c0e46b58" providerId="ADAL" clId="{4EB9642C-5E45-4269-A1C8-07A400741A5F}" dt="2026-06-13T05:33:41.751" v="343" actId="1076"/>
      <pc:docMkLst>
        <pc:docMk/>
      </pc:docMkLst>
      <pc:sldChg chg="addSp delSp modSp new mod modClrScheme chgLayout">
        <pc:chgData name="Sebastian Bonilla" userId="a66cfc27-1d1a-4561-813c-79e7c0e46b58" providerId="ADAL" clId="{4EB9642C-5E45-4269-A1C8-07A400741A5F}" dt="2026-06-13T05:33:41.751" v="343" actId="1076"/>
        <pc:sldMkLst>
          <pc:docMk/>
          <pc:sldMk cId="3559811201" sldId="256"/>
        </pc:sldMkLst>
        <pc:spChg chg="del">
          <ac:chgData name="Sebastian Bonilla" userId="a66cfc27-1d1a-4561-813c-79e7c0e46b58" providerId="ADAL" clId="{4EB9642C-5E45-4269-A1C8-07A400741A5F}" dt="2026-06-12T14:36:17.256" v="1" actId="700"/>
          <ac:spMkLst>
            <pc:docMk/>
            <pc:sldMk cId="3559811201" sldId="256"/>
            <ac:spMk id="2" creationId="{F67933BB-B6F1-2900-A31F-0FA62739350F}"/>
          </ac:spMkLst>
        </pc:spChg>
        <pc:spChg chg="del">
          <ac:chgData name="Sebastian Bonilla" userId="a66cfc27-1d1a-4561-813c-79e7c0e46b58" providerId="ADAL" clId="{4EB9642C-5E45-4269-A1C8-07A400741A5F}" dt="2026-06-12T14:36:17.256" v="1" actId="700"/>
          <ac:spMkLst>
            <pc:docMk/>
            <pc:sldMk cId="3559811201" sldId="256"/>
            <ac:spMk id="3" creationId="{7EAED2B0-18C2-0EED-3787-9840563B0D5A}"/>
          </ac:spMkLst>
        </pc:spChg>
        <pc:spChg chg="add mod">
          <ac:chgData name="Sebastian Bonilla" userId="a66cfc27-1d1a-4561-813c-79e7c0e46b58" providerId="ADAL" clId="{4EB9642C-5E45-4269-A1C8-07A400741A5F}" dt="2026-06-12T14:38:17.935" v="79" actId="1076"/>
          <ac:spMkLst>
            <pc:docMk/>
            <pc:sldMk cId="3559811201" sldId="256"/>
            <ac:spMk id="4" creationId="{A2E2DF15-73C0-0841-9B0A-1DEAA32B2816}"/>
          </ac:spMkLst>
        </pc:spChg>
        <pc:spChg chg="add mod">
          <ac:chgData name="Sebastian Bonilla" userId="a66cfc27-1d1a-4561-813c-79e7c0e46b58" providerId="ADAL" clId="{4EB9642C-5E45-4269-A1C8-07A400741A5F}" dt="2026-06-12T14:47:52.566" v="181" actId="313"/>
          <ac:spMkLst>
            <pc:docMk/>
            <pc:sldMk cId="3559811201" sldId="256"/>
            <ac:spMk id="5" creationId="{C2950123-D987-1EE3-3C3E-0AABDBBE669A}"/>
          </ac:spMkLst>
        </pc:spChg>
        <pc:spChg chg="add mod">
          <ac:chgData name="Sebastian Bonilla" userId="a66cfc27-1d1a-4561-813c-79e7c0e46b58" providerId="ADAL" clId="{4EB9642C-5E45-4269-A1C8-07A400741A5F}" dt="2026-06-12T14:37:08.381" v="54"/>
          <ac:spMkLst>
            <pc:docMk/>
            <pc:sldMk cId="3559811201" sldId="256"/>
            <ac:spMk id="6" creationId="{903430CD-6F8F-940F-8550-29E73C8345B0}"/>
          </ac:spMkLst>
        </pc:spChg>
        <pc:spChg chg="add mod">
          <ac:chgData name="Sebastian Bonilla" userId="a66cfc27-1d1a-4561-813c-79e7c0e46b58" providerId="ADAL" clId="{4EB9642C-5E45-4269-A1C8-07A400741A5F}" dt="2026-06-12T14:38:17.935" v="79" actId="1076"/>
          <ac:spMkLst>
            <pc:docMk/>
            <pc:sldMk cId="3559811201" sldId="256"/>
            <ac:spMk id="7" creationId="{ABDA3C07-F359-B270-AD2F-15CC77432EF3}"/>
          </ac:spMkLst>
        </pc:spChg>
        <pc:spChg chg="add mod">
          <ac:chgData name="Sebastian Bonilla" userId="a66cfc27-1d1a-4561-813c-79e7c0e46b58" providerId="ADAL" clId="{4EB9642C-5E45-4269-A1C8-07A400741A5F}" dt="2026-06-12T14:51:56.766" v="207" actId="1076"/>
          <ac:spMkLst>
            <pc:docMk/>
            <pc:sldMk cId="3559811201" sldId="256"/>
            <ac:spMk id="8" creationId="{571D93C3-08AD-E875-6961-7460BFBC4DFC}"/>
          </ac:spMkLst>
        </pc:spChg>
        <pc:spChg chg="add mod">
          <ac:chgData name="Sebastian Bonilla" userId="a66cfc27-1d1a-4561-813c-79e7c0e46b58" providerId="ADAL" clId="{4EB9642C-5E45-4269-A1C8-07A400741A5F}" dt="2026-06-12T14:51:44.637" v="203" actId="1076"/>
          <ac:spMkLst>
            <pc:docMk/>
            <pc:sldMk cId="3559811201" sldId="256"/>
            <ac:spMk id="9" creationId="{92B13B1F-0A73-B1EB-FBC2-44382CA6CEF1}"/>
          </ac:spMkLst>
        </pc:spChg>
        <pc:spChg chg="add mod">
          <ac:chgData name="Sebastian Bonilla" userId="a66cfc27-1d1a-4561-813c-79e7c0e46b58" providerId="ADAL" clId="{4EB9642C-5E45-4269-A1C8-07A400741A5F}" dt="2026-06-12T14:38:17.935" v="79" actId="1076"/>
          <ac:spMkLst>
            <pc:docMk/>
            <pc:sldMk cId="3559811201" sldId="256"/>
            <ac:spMk id="10" creationId="{A7528178-26BD-D4FC-2B3D-F8E5E6B849AF}"/>
          </ac:spMkLst>
        </pc:spChg>
        <pc:spChg chg="add mod">
          <ac:chgData name="Sebastian Bonilla" userId="a66cfc27-1d1a-4561-813c-79e7c0e46b58" providerId="ADAL" clId="{4EB9642C-5E45-4269-A1C8-07A400741A5F}" dt="2026-06-12T14:51:48.294" v="205" actId="14100"/>
          <ac:spMkLst>
            <pc:docMk/>
            <pc:sldMk cId="3559811201" sldId="256"/>
            <ac:spMk id="11" creationId="{507AFB44-94FB-4462-F9E4-A83F8274BA98}"/>
          </ac:spMkLst>
        </pc:spChg>
        <pc:spChg chg="add mod">
          <ac:chgData name="Sebastian Bonilla" userId="a66cfc27-1d1a-4561-813c-79e7c0e46b58" providerId="ADAL" clId="{4EB9642C-5E45-4269-A1C8-07A400741A5F}" dt="2026-06-12T14:38:46.056" v="167" actId="1076"/>
          <ac:spMkLst>
            <pc:docMk/>
            <pc:sldMk cId="3559811201" sldId="256"/>
            <ac:spMk id="12" creationId="{52E0C946-DA45-A7EE-AAEC-18D345C07AB4}"/>
          </ac:spMkLst>
        </pc:spChg>
        <pc:spChg chg="add mod">
          <ac:chgData name="Sebastian Bonilla" userId="a66cfc27-1d1a-4561-813c-79e7c0e46b58" providerId="ADAL" clId="{4EB9642C-5E45-4269-A1C8-07A400741A5F}" dt="2026-06-12T14:51:23.582" v="187" actId="1076"/>
          <ac:spMkLst>
            <pc:docMk/>
            <pc:sldMk cId="3559811201" sldId="256"/>
            <ac:spMk id="13" creationId="{CA4AABE3-845A-C824-C252-A20AE73370C6}"/>
          </ac:spMkLst>
        </pc:spChg>
        <pc:spChg chg="add mod">
          <ac:chgData name="Sebastian Bonilla" userId="a66cfc27-1d1a-4561-813c-79e7c0e46b58" providerId="ADAL" clId="{4EB9642C-5E45-4269-A1C8-07A400741A5F}" dt="2026-06-12T14:51:28.255" v="191" actId="20577"/>
          <ac:spMkLst>
            <pc:docMk/>
            <pc:sldMk cId="3559811201" sldId="256"/>
            <ac:spMk id="14" creationId="{14589159-9D71-E6F4-CC7E-410BBB514FD4}"/>
          </ac:spMkLst>
        </pc:spChg>
        <pc:spChg chg="add mod">
          <ac:chgData name="Sebastian Bonilla" userId="a66cfc27-1d1a-4561-813c-79e7c0e46b58" providerId="ADAL" clId="{4EB9642C-5E45-4269-A1C8-07A400741A5F}" dt="2026-06-12T14:51:50.301" v="206" actId="1076"/>
          <ac:spMkLst>
            <pc:docMk/>
            <pc:sldMk cId="3559811201" sldId="256"/>
            <ac:spMk id="15" creationId="{31C54EB6-451D-1AD4-DFF5-CA8B9FAFFBCF}"/>
          </ac:spMkLst>
        </pc:spChg>
        <pc:spChg chg="add mod">
          <ac:chgData name="Sebastian Bonilla" userId="a66cfc27-1d1a-4561-813c-79e7c0e46b58" providerId="ADAL" clId="{4EB9642C-5E45-4269-A1C8-07A400741A5F}" dt="2026-06-12T15:00:41.978" v="266" actId="1076"/>
          <ac:spMkLst>
            <pc:docMk/>
            <pc:sldMk cId="3559811201" sldId="256"/>
            <ac:spMk id="16" creationId="{EA613F2B-30BC-14AA-D3D5-1E04016240FB}"/>
          </ac:spMkLst>
        </pc:spChg>
        <pc:spChg chg="add mod">
          <ac:chgData name="Sebastian Bonilla" userId="a66cfc27-1d1a-4561-813c-79e7c0e46b58" providerId="ADAL" clId="{4EB9642C-5E45-4269-A1C8-07A400741A5F}" dt="2026-06-12T15:00:41.978" v="266" actId="1076"/>
          <ac:spMkLst>
            <pc:docMk/>
            <pc:sldMk cId="3559811201" sldId="256"/>
            <ac:spMk id="17" creationId="{2EE62F92-9EB4-40AB-A76B-C6B6B6DB453B}"/>
          </ac:spMkLst>
        </pc:spChg>
        <pc:spChg chg="add mod">
          <ac:chgData name="Sebastian Bonilla" userId="a66cfc27-1d1a-4561-813c-79e7c0e46b58" providerId="ADAL" clId="{4EB9642C-5E45-4269-A1C8-07A400741A5F}" dt="2026-06-12T15:00:41.978" v="266" actId="1076"/>
          <ac:spMkLst>
            <pc:docMk/>
            <pc:sldMk cId="3559811201" sldId="256"/>
            <ac:spMk id="18" creationId="{8F16297E-BD8A-28FF-4B5C-A2CFA2FB137D}"/>
          </ac:spMkLst>
        </pc:spChg>
        <pc:spChg chg="add mod">
          <ac:chgData name="Sebastian Bonilla" userId="a66cfc27-1d1a-4561-813c-79e7c0e46b58" providerId="ADAL" clId="{4EB9642C-5E45-4269-A1C8-07A400741A5F}" dt="2026-06-12T15:00:41.978" v="266" actId="1076"/>
          <ac:spMkLst>
            <pc:docMk/>
            <pc:sldMk cId="3559811201" sldId="256"/>
            <ac:spMk id="19" creationId="{1CF986AE-6CCA-D4DA-DA26-3BB637B89439}"/>
          </ac:spMkLst>
        </pc:spChg>
        <pc:spChg chg="add mod">
          <ac:chgData name="Sebastian Bonilla" userId="a66cfc27-1d1a-4561-813c-79e7c0e46b58" providerId="ADAL" clId="{4EB9642C-5E45-4269-A1C8-07A400741A5F}" dt="2026-06-12T15:00:41.978" v="266" actId="1076"/>
          <ac:spMkLst>
            <pc:docMk/>
            <pc:sldMk cId="3559811201" sldId="256"/>
            <ac:spMk id="26" creationId="{3FF4F285-6FDB-7171-CC79-0E9FF69AD707}"/>
          </ac:spMkLst>
        </pc:spChg>
        <pc:spChg chg="add mod">
          <ac:chgData name="Sebastian Bonilla" userId="a66cfc27-1d1a-4561-813c-79e7c0e46b58" providerId="ADAL" clId="{4EB9642C-5E45-4269-A1C8-07A400741A5F}" dt="2026-06-12T15:00:41.978" v="266" actId="1076"/>
          <ac:spMkLst>
            <pc:docMk/>
            <pc:sldMk cId="3559811201" sldId="256"/>
            <ac:spMk id="27" creationId="{5A592386-BD6D-55D0-C22F-3A45279DA926}"/>
          </ac:spMkLst>
        </pc:spChg>
        <pc:spChg chg="add mod">
          <ac:chgData name="Sebastian Bonilla" userId="a66cfc27-1d1a-4561-813c-79e7c0e46b58" providerId="ADAL" clId="{4EB9642C-5E45-4269-A1C8-07A400741A5F}" dt="2026-06-12T15:00:41.978" v="266" actId="1076"/>
          <ac:spMkLst>
            <pc:docMk/>
            <pc:sldMk cId="3559811201" sldId="256"/>
            <ac:spMk id="28" creationId="{1CE1A862-2931-619B-CA1D-9D228D8E0917}"/>
          </ac:spMkLst>
        </pc:spChg>
        <pc:spChg chg="add mod">
          <ac:chgData name="Sebastian Bonilla" userId="a66cfc27-1d1a-4561-813c-79e7c0e46b58" providerId="ADAL" clId="{4EB9642C-5E45-4269-A1C8-07A400741A5F}" dt="2026-06-13T05:30:40.555" v="298" actId="14100"/>
          <ac:spMkLst>
            <pc:docMk/>
            <pc:sldMk cId="3559811201" sldId="256"/>
            <ac:spMk id="29" creationId="{E837B30C-250B-184D-C526-537D3BC95FDD}"/>
          </ac:spMkLst>
        </pc:spChg>
        <pc:spChg chg="add mod">
          <ac:chgData name="Sebastian Bonilla" userId="a66cfc27-1d1a-4561-813c-79e7c0e46b58" providerId="ADAL" clId="{4EB9642C-5E45-4269-A1C8-07A400741A5F}" dt="2026-06-13T05:29:15.794" v="268" actId="1076"/>
          <ac:spMkLst>
            <pc:docMk/>
            <pc:sldMk cId="3559811201" sldId="256"/>
            <ac:spMk id="30" creationId="{EBAF6AB9-B84D-420C-9AFA-B158E415E1A5}"/>
          </ac:spMkLst>
        </pc:spChg>
        <pc:spChg chg="add mod">
          <ac:chgData name="Sebastian Bonilla" userId="a66cfc27-1d1a-4561-813c-79e7c0e46b58" providerId="ADAL" clId="{4EB9642C-5E45-4269-A1C8-07A400741A5F}" dt="2026-06-13T05:30:04.364" v="284" actId="206"/>
          <ac:spMkLst>
            <pc:docMk/>
            <pc:sldMk cId="3559811201" sldId="256"/>
            <ac:spMk id="31" creationId="{E98B6119-3E38-98CF-08FF-340EC4885911}"/>
          </ac:spMkLst>
        </pc:spChg>
        <pc:spChg chg="add mod">
          <ac:chgData name="Sebastian Bonilla" userId="a66cfc27-1d1a-4561-813c-79e7c0e46b58" providerId="ADAL" clId="{4EB9642C-5E45-4269-A1C8-07A400741A5F}" dt="2026-06-13T05:30:16.810" v="287" actId="14100"/>
          <ac:spMkLst>
            <pc:docMk/>
            <pc:sldMk cId="3559811201" sldId="256"/>
            <ac:spMk id="32" creationId="{547978BE-EFFC-ACEC-BD3C-5A0D8782026D}"/>
          </ac:spMkLst>
        </pc:spChg>
        <pc:spChg chg="add mod">
          <ac:chgData name="Sebastian Bonilla" userId="a66cfc27-1d1a-4561-813c-79e7c0e46b58" providerId="ADAL" clId="{4EB9642C-5E45-4269-A1C8-07A400741A5F}" dt="2026-06-13T05:30:26.391" v="292" actId="14100"/>
          <ac:spMkLst>
            <pc:docMk/>
            <pc:sldMk cId="3559811201" sldId="256"/>
            <ac:spMk id="33" creationId="{7B179B88-3C01-4EAD-DD03-CCD0D9AA7EB8}"/>
          </ac:spMkLst>
        </pc:spChg>
        <pc:spChg chg="add mod">
          <ac:chgData name="Sebastian Bonilla" userId="a66cfc27-1d1a-4561-813c-79e7c0e46b58" providerId="ADAL" clId="{4EB9642C-5E45-4269-A1C8-07A400741A5F}" dt="2026-06-13T05:30:36.234" v="297" actId="14100"/>
          <ac:spMkLst>
            <pc:docMk/>
            <pc:sldMk cId="3559811201" sldId="256"/>
            <ac:spMk id="34" creationId="{29AAF4C2-F1D5-45F2-5CAE-6F2478D2F5FC}"/>
          </ac:spMkLst>
        </pc:spChg>
        <pc:spChg chg="add mod">
          <ac:chgData name="Sebastian Bonilla" userId="a66cfc27-1d1a-4561-813c-79e7c0e46b58" providerId="ADAL" clId="{4EB9642C-5E45-4269-A1C8-07A400741A5F}" dt="2026-06-13T05:33:21.984" v="333" actId="1076"/>
          <ac:spMkLst>
            <pc:docMk/>
            <pc:sldMk cId="3559811201" sldId="256"/>
            <ac:spMk id="39" creationId="{5D43BAA6-9E04-200F-646B-EB72AA077053}"/>
          </ac:spMkLst>
        </pc:spChg>
        <pc:spChg chg="add mod">
          <ac:chgData name="Sebastian Bonilla" userId="a66cfc27-1d1a-4561-813c-79e7c0e46b58" providerId="ADAL" clId="{4EB9642C-5E45-4269-A1C8-07A400741A5F}" dt="2026-06-13T05:33:08.686" v="325" actId="20577"/>
          <ac:spMkLst>
            <pc:docMk/>
            <pc:sldMk cId="3559811201" sldId="256"/>
            <ac:spMk id="41" creationId="{9057D858-7333-F880-382C-EA46CAAD6BA5}"/>
          </ac:spMkLst>
        </pc:spChg>
        <pc:spChg chg="add mod">
          <ac:chgData name="Sebastian Bonilla" userId="a66cfc27-1d1a-4561-813c-79e7c0e46b58" providerId="ADAL" clId="{4EB9642C-5E45-4269-A1C8-07A400741A5F}" dt="2026-06-13T05:33:16.228" v="331" actId="20577"/>
          <ac:spMkLst>
            <pc:docMk/>
            <pc:sldMk cId="3559811201" sldId="256"/>
            <ac:spMk id="42" creationId="{138B21F8-5ED3-EF1F-FCC4-C4C39A6DEEAB}"/>
          </ac:spMkLst>
        </pc:spChg>
        <pc:spChg chg="add mod">
          <ac:chgData name="Sebastian Bonilla" userId="a66cfc27-1d1a-4561-813c-79e7c0e46b58" providerId="ADAL" clId="{4EB9642C-5E45-4269-A1C8-07A400741A5F}" dt="2026-06-13T05:33:41.751" v="343" actId="1076"/>
          <ac:spMkLst>
            <pc:docMk/>
            <pc:sldMk cId="3559811201" sldId="256"/>
            <ac:spMk id="45" creationId="{0EDF1217-5B23-010E-7849-39A2D1A036AF}"/>
          </ac:spMkLst>
        </pc:spChg>
        <pc:cxnChg chg="add mod">
          <ac:chgData name="Sebastian Bonilla" userId="a66cfc27-1d1a-4561-813c-79e7c0e46b58" providerId="ADAL" clId="{4EB9642C-5E45-4269-A1C8-07A400741A5F}" dt="2026-06-12T15:00:41.978" v="266" actId="1076"/>
          <ac:cxnSpMkLst>
            <pc:docMk/>
            <pc:sldMk cId="3559811201" sldId="256"/>
            <ac:cxnSpMk id="21" creationId="{6A7300E6-CF89-25EC-A8CE-D82889A83A9C}"/>
          </ac:cxnSpMkLst>
        </pc:cxnChg>
        <pc:cxnChg chg="add mod">
          <ac:chgData name="Sebastian Bonilla" userId="a66cfc27-1d1a-4561-813c-79e7c0e46b58" providerId="ADAL" clId="{4EB9642C-5E45-4269-A1C8-07A400741A5F}" dt="2026-06-12T15:00:41.978" v="266" actId="1076"/>
          <ac:cxnSpMkLst>
            <pc:docMk/>
            <pc:sldMk cId="3559811201" sldId="256"/>
            <ac:cxnSpMk id="22" creationId="{E59ED0DA-77A2-B21A-5E4D-C98CE5C554F2}"/>
          </ac:cxnSpMkLst>
        </pc:cxnChg>
        <pc:cxnChg chg="add mod">
          <ac:chgData name="Sebastian Bonilla" userId="a66cfc27-1d1a-4561-813c-79e7c0e46b58" providerId="ADAL" clId="{4EB9642C-5E45-4269-A1C8-07A400741A5F}" dt="2026-06-12T15:00:41.978" v="266" actId="1076"/>
          <ac:cxnSpMkLst>
            <pc:docMk/>
            <pc:sldMk cId="3559811201" sldId="256"/>
            <ac:cxnSpMk id="24" creationId="{B4E9A489-ED2E-513E-BA2B-5AD81171107B}"/>
          </ac:cxnSpMkLst>
        </pc:cxnChg>
        <pc:cxnChg chg="add">
          <ac:chgData name="Sebastian Bonilla" userId="a66cfc27-1d1a-4561-813c-79e7c0e46b58" providerId="ADAL" clId="{4EB9642C-5E45-4269-A1C8-07A400741A5F}" dt="2026-06-13T05:32:07.409" v="299" actId="11529"/>
          <ac:cxnSpMkLst>
            <pc:docMk/>
            <pc:sldMk cId="3559811201" sldId="256"/>
            <ac:cxnSpMk id="36" creationId="{C3B60817-ED04-00B8-13A6-60EA192C2F37}"/>
          </ac:cxnSpMkLst>
        </pc:cxnChg>
        <pc:cxnChg chg="add mod">
          <ac:chgData name="Sebastian Bonilla" userId="a66cfc27-1d1a-4561-813c-79e7c0e46b58" providerId="ADAL" clId="{4EB9642C-5E45-4269-A1C8-07A400741A5F}" dt="2026-06-13T05:32:13.955" v="302" actId="1076"/>
          <ac:cxnSpMkLst>
            <pc:docMk/>
            <pc:sldMk cId="3559811201" sldId="256"/>
            <ac:cxnSpMk id="37" creationId="{B6F2AE3B-B56C-2E12-8856-79665FEAA0CD}"/>
          </ac:cxnSpMkLst>
        </pc:cxnChg>
        <pc:cxnChg chg="add mod">
          <ac:chgData name="Sebastian Bonilla" userId="a66cfc27-1d1a-4561-813c-79e7c0e46b58" providerId="ADAL" clId="{4EB9642C-5E45-4269-A1C8-07A400741A5F}" dt="2026-06-13T05:33:29.236" v="335" actId="13822"/>
          <ac:cxnSpMkLst>
            <pc:docMk/>
            <pc:sldMk cId="3559811201" sldId="256"/>
            <ac:cxnSpMk id="44" creationId="{36FC1CC1-89F7-D279-F3BD-10ABD83BCDB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2905F-E4B7-D091-7EB2-F4FA8B579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C3218-D1DA-8278-86C1-D8D46F6F8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0208E-C632-935E-D086-A471D3F3C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46D3-D6EA-4AA3-B7F8-BB8E704DD97D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FA376-52D6-1968-C91B-A1811FCEA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CB5B6-0A8C-6835-E1E3-2F2CE026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610D-5DB9-47B8-BCF4-B2EA21314C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603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84BBD-21E5-28D3-1D60-7AB493E6F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13096-B16E-C5E3-B1AA-584912C38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80722-A2F6-8F8F-359E-D40B49C71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46D3-D6EA-4AA3-B7F8-BB8E704DD97D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9684B-CE51-9213-7BCB-523BEA8F6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09EEC-936D-3E10-755A-DD6E2A6B0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610D-5DB9-47B8-BCF4-B2EA21314C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703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A229F-B335-711E-A6FC-58FD14485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1C258-5423-E4AF-DB0C-77E7F237A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8FD03-D764-4971-DA5C-F20BE03F7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46D3-D6EA-4AA3-B7F8-BB8E704DD97D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E980D-74B3-BCD0-076F-26305CF61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4BF0A-9F9B-CBB2-9B17-A8398E12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610D-5DB9-47B8-BCF4-B2EA21314C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202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928B9-2EDC-DD3C-34E3-56E327D23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ED25B-740C-F0D1-7710-A3A8C2D13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5C819C-20D0-6952-0BB7-7C7CED6F7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3E119-3B0C-C9C5-5A79-A19C63921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46D3-D6EA-4AA3-B7F8-BB8E704DD97D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84A82-6C79-3B41-C20D-14ECFA22E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8BA3C-3713-30E8-D2CB-CB0116A24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610D-5DB9-47B8-BCF4-B2EA21314C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4876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20A1C-6ABA-D307-A80F-CB1C048C7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7E102-B493-7D33-6924-4B0507760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C0D9A8-B486-7677-B51D-723707DD3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300F28-1ED4-DD3F-CFD1-E5FCDC321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8F56C6-C752-945B-0F7B-4ECCE328C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6F612B-DCDD-5D65-BE82-0225DCECC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46D3-D6EA-4AA3-B7F8-BB8E704DD97D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6A6AD6-F12C-78E5-9EFD-1217F4E44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D3D292-7541-7172-CF31-09AF0B699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610D-5DB9-47B8-BCF4-B2EA21314C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6998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E9992-72C0-9D47-8AC8-9FC0F2BBE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979FF7-87B8-CA97-53AE-5AC189D46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46D3-D6EA-4AA3-B7F8-BB8E704DD97D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8BC7DB-3A31-5CA7-4DBA-FC93180C3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44BFFF-1060-7182-0C2A-5EDB07C49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610D-5DB9-47B8-BCF4-B2EA21314C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566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FF0F8E-763F-A50E-4BAD-0437D29D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46D3-D6EA-4AA3-B7F8-BB8E704DD97D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A85F6-E4FF-5397-31B2-008C8B0F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F98AC-F591-D193-AA04-1F5B8A85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610D-5DB9-47B8-BCF4-B2EA21314C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161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F714C-A18D-0ED4-2F78-FB180FF1F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A9B92-5211-AB27-6FB7-793DE94ED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B39A7-F80C-60D6-3587-FC5205648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14343-CE1F-835A-8DA8-EBBE24BF2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46D3-D6EA-4AA3-B7F8-BB8E704DD97D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EEDD7-52F1-3C71-0B32-10C92A6CB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EBBDE-5083-467B-7021-DDF51FF97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610D-5DB9-47B8-BCF4-B2EA21314C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1907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F24DF-8A5A-0055-9846-863B73791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08460-2186-6D0A-D6BD-B9FC66637B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EFE8E-8550-6C79-5896-64E7AEE32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438EF-DB8E-559B-1317-4AA135E71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46D3-D6EA-4AA3-B7F8-BB8E704DD97D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44DFD-E644-06E1-3FAA-618B5F2A4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74D74-04D2-BB52-2C03-D82869F3B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610D-5DB9-47B8-BCF4-B2EA21314C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7199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BF99D-70CA-133A-1F7F-50AB5E9E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7652B4-FFB0-6366-8BF3-D7599BA1C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C5C42-2908-123C-09AA-5E72A3255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46D3-D6EA-4AA3-B7F8-BB8E704DD97D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F3B1F-FB5C-0915-3A3A-B446B9934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55263-BA02-48ED-14C1-008495EEC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610D-5DB9-47B8-BCF4-B2EA21314C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22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8DCF9D-90D1-550D-1844-92EF6032F8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7B879-2608-1D45-0BB8-7D52AD0D6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9CE92-93C3-23DB-8B49-1569A8E78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46D3-D6EA-4AA3-B7F8-BB8E704DD97D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7E31D-95C0-AD41-BE10-C456F702C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22249-5CB1-2532-3FE5-B69086A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610D-5DB9-47B8-BCF4-B2EA21314C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262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A9C95-8F0B-31BF-EDB3-281266D11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8C6E9-A4F3-B9D0-83C8-6FE82894B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79705-9407-BA8A-85A9-E5EAD7927B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9C46D3-D6EA-4AA3-B7F8-BB8E704DD97D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DDA67-A55B-2EF1-93DD-BC9F7B345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45F84-1374-154A-4A2C-FBD365B47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12610D-5DB9-47B8-BCF4-B2EA21314C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234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E2DF15-73C0-0841-9B0A-1DEAA32B2816}"/>
              </a:ext>
            </a:extLst>
          </p:cNvPr>
          <p:cNvSpPr/>
          <p:nvPr/>
        </p:nvSpPr>
        <p:spPr>
          <a:xfrm>
            <a:off x="1027522" y="1866508"/>
            <a:ext cx="3723587" cy="10652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Substrate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950123-D987-1EE3-3C3E-0AABDBBE669A}"/>
              </a:ext>
            </a:extLst>
          </p:cNvPr>
          <p:cNvSpPr/>
          <p:nvPr/>
        </p:nvSpPr>
        <p:spPr>
          <a:xfrm>
            <a:off x="1027522" y="1404594"/>
            <a:ext cx="3723587" cy="4619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semiconductor under 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DA3C07-F359-B270-AD2F-15CC77432EF3}"/>
              </a:ext>
            </a:extLst>
          </p:cNvPr>
          <p:cNvSpPr/>
          <p:nvPr/>
        </p:nvSpPr>
        <p:spPr>
          <a:xfrm>
            <a:off x="1283617" y="1150070"/>
            <a:ext cx="686585" cy="25452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1D93C3-08AD-E875-6961-7460BFBC4DFC}"/>
              </a:ext>
            </a:extLst>
          </p:cNvPr>
          <p:cNvSpPr txBox="1"/>
          <p:nvPr/>
        </p:nvSpPr>
        <p:spPr>
          <a:xfrm>
            <a:off x="3570258" y="815348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contact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B13B1F-0A73-B1EB-FBC2-44382CA6CEF1}"/>
              </a:ext>
            </a:extLst>
          </p:cNvPr>
          <p:cNvSpPr/>
          <p:nvPr/>
        </p:nvSpPr>
        <p:spPr>
          <a:xfrm>
            <a:off x="2652494" y="1150070"/>
            <a:ext cx="686585" cy="25452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528178-26BD-D4FC-2B3D-F8E5E6B849AF}"/>
              </a:ext>
            </a:extLst>
          </p:cNvPr>
          <p:cNvSpPr/>
          <p:nvPr/>
        </p:nvSpPr>
        <p:spPr>
          <a:xfrm>
            <a:off x="3720444" y="1150070"/>
            <a:ext cx="686585" cy="25452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11" name="Free-form: Shape 10">
            <a:extLst>
              <a:ext uri="{FF2B5EF4-FFF2-40B4-BE49-F238E27FC236}">
                <a16:creationId xmlns:a16="http://schemas.microsoft.com/office/drawing/2014/main" id="{507AFB44-94FB-4462-F9E4-A83F8274BA98}"/>
              </a:ext>
            </a:extLst>
          </p:cNvPr>
          <p:cNvSpPr/>
          <p:nvPr/>
        </p:nvSpPr>
        <p:spPr>
          <a:xfrm>
            <a:off x="1707291" y="820132"/>
            <a:ext cx="1302609" cy="697584"/>
          </a:xfrm>
          <a:custGeom>
            <a:avLst/>
            <a:gdLst>
              <a:gd name="connsiteX0" fmla="*/ 0 w 1121789"/>
              <a:gd name="connsiteY0" fmla="*/ 18854 h 697584"/>
              <a:gd name="connsiteX1" fmla="*/ 0 w 1121789"/>
              <a:gd name="connsiteY1" fmla="*/ 697584 h 697584"/>
              <a:gd name="connsiteX2" fmla="*/ 1121789 w 1121789"/>
              <a:gd name="connsiteY2" fmla="*/ 697584 h 697584"/>
              <a:gd name="connsiteX3" fmla="*/ 1121789 w 1121789"/>
              <a:gd name="connsiteY3" fmla="*/ 0 h 69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1789" h="697584">
                <a:moveTo>
                  <a:pt x="0" y="18854"/>
                </a:moveTo>
                <a:lnTo>
                  <a:pt x="0" y="697584"/>
                </a:lnTo>
                <a:lnTo>
                  <a:pt x="1121789" y="697584"/>
                </a:lnTo>
                <a:lnTo>
                  <a:pt x="1121789" y="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E0C946-DA45-A7EE-AAEC-18D345C07AB4}"/>
              </a:ext>
            </a:extLst>
          </p:cNvPr>
          <p:cNvSpPr txBox="1"/>
          <p:nvPr/>
        </p:nvSpPr>
        <p:spPr>
          <a:xfrm>
            <a:off x="4874051" y="1454409"/>
            <a:ext cx="1696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(!) ensure the substrate conduct a lot less than the film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4AABE3-845A-C824-C252-A20AE73370C6}"/>
              </a:ext>
            </a:extLst>
          </p:cNvPr>
          <p:cNvSpPr txBox="1"/>
          <p:nvPr/>
        </p:nvSpPr>
        <p:spPr>
          <a:xfrm>
            <a:off x="1290784" y="90736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</a:t>
            </a:r>
            <a:r>
              <a:rPr lang="en-GB" baseline="-25000" dirty="0"/>
              <a:t>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589159-9D71-E6F4-CC7E-410BBB514FD4}"/>
              </a:ext>
            </a:extLst>
          </p:cNvPr>
          <p:cNvSpPr txBox="1"/>
          <p:nvPr/>
        </p:nvSpPr>
        <p:spPr>
          <a:xfrm>
            <a:off x="1245305" y="1201499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</a:t>
            </a:r>
            <a:r>
              <a:rPr lang="en-GB" baseline="-25000" dirty="0"/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54EB6-451D-1AD4-DFF5-CA8B9FAFFBCF}"/>
              </a:ext>
            </a:extLst>
          </p:cNvPr>
          <p:cNvSpPr txBox="1"/>
          <p:nvPr/>
        </p:nvSpPr>
        <p:spPr>
          <a:xfrm>
            <a:off x="2017966" y="1174942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R</a:t>
            </a:r>
            <a:r>
              <a:rPr lang="en-GB" baseline="-25000" dirty="0" err="1"/>
              <a:t>semi</a:t>
            </a:r>
            <a:endParaRPr lang="en-GB" baseline="-25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613F2B-30BC-14AA-D3D5-1E04016240FB}"/>
              </a:ext>
            </a:extLst>
          </p:cNvPr>
          <p:cNvSpPr/>
          <p:nvPr/>
        </p:nvSpPr>
        <p:spPr>
          <a:xfrm>
            <a:off x="6693818" y="1239626"/>
            <a:ext cx="3723587" cy="16921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E62F92-9EB4-40AB-A76B-C6B6B6DB453B}"/>
              </a:ext>
            </a:extLst>
          </p:cNvPr>
          <p:cNvSpPr txBox="1"/>
          <p:nvPr/>
        </p:nvSpPr>
        <p:spPr>
          <a:xfrm>
            <a:off x="7144732" y="779018"/>
            <a:ext cx="1697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 down 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16297E-BD8A-28FF-4B5C-A2CFA2FB137D}"/>
              </a:ext>
            </a:extLst>
          </p:cNvPr>
          <p:cNvSpPr/>
          <p:nvPr/>
        </p:nvSpPr>
        <p:spPr>
          <a:xfrm>
            <a:off x="7048892" y="1343322"/>
            <a:ext cx="686585" cy="14658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F986AE-6CCA-D4DA-DA26-3BB637B89439}"/>
              </a:ext>
            </a:extLst>
          </p:cNvPr>
          <p:cNvSpPr/>
          <p:nvPr/>
        </p:nvSpPr>
        <p:spPr>
          <a:xfrm>
            <a:off x="9482580" y="1352747"/>
            <a:ext cx="686585" cy="14658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A7300E6-CF89-25EC-A8CE-D82889A83A9C}"/>
              </a:ext>
            </a:extLst>
          </p:cNvPr>
          <p:cNvCxnSpPr>
            <a:stCxn id="18" idx="3"/>
          </p:cNvCxnSpPr>
          <p:nvPr/>
        </p:nvCxnSpPr>
        <p:spPr>
          <a:xfrm>
            <a:off x="7735477" y="2076256"/>
            <a:ext cx="1747103" cy="94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59ED0DA-77A2-B21A-5E4D-C98CE5C554F2}"/>
              </a:ext>
            </a:extLst>
          </p:cNvPr>
          <p:cNvCxnSpPr>
            <a:cxnSpLocks/>
          </p:cNvCxnSpPr>
          <p:nvPr/>
        </p:nvCxnSpPr>
        <p:spPr>
          <a:xfrm>
            <a:off x="9482579" y="2634008"/>
            <a:ext cx="68658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E9A489-ED2E-513E-BA2B-5AD81171107B}"/>
              </a:ext>
            </a:extLst>
          </p:cNvPr>
          <p:cNvCxnSpPr>
            <a:cxnSpLocks/>
          </p:cNvCxnSpPr>
          <p:nvPr/>
        </p:nvCxnSpPr>
        <p:spPr>
          <a:xfrm flipV="1">
            <a:off x="7276707" y="1343322"/>
            <a:ext cx="0" cy="14619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FF4F285-6FDB-7171-CC79-0E9FF69AD707}"/>
              </a:ext>
            </a:extLst>
          </p:cNvPr>
          <p:cNvSpPr txBox="1"/>
          <p:nvPr/>
        </p:nvSpPr>
        <p:spPr>
          <a:xfrm>
            <a:off x="8399158" y="21393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592386-BD6D-55D0-C22F-3A45279DA926}"/>
              </a:ext>
            </a:extLst>
          </p:cNvPr>
          <p:cNvSpPr txBox="1"/>
          <p:nvPr/>
        </p:nvSpPr>
        <p:spPr>
          <a:xfrm>
            <a:off x="7211361" y="2051508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E1A862-2931-619B-CA1D-9D228D8E0917}"/>
              </a:ext>
            </a:extLst>
          </p:cNvPr>
          <p:cNvSpPr txBox="1"/>
          <p:nvPr/>
        </p:nvSpPr>
        <p:spPr>
          <a:xfrm>
            <a:off x="9645049" y="222887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37B30C-250B-184D-C526-537D3BC95FDD}"/>
              </a:ext>
            </a:extLst>
          </p:cNvPr>
          <p:cNvSpPr/>
          <p:nvPr/>
        </p:nvSpPr>
        <p:spPr>
          <a:xfrm>
            <a:off x="3214540" y="4941677"/>
            <a:ext cx="2735344" cy="5117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AF6AB9-B84D-420C-9AFA-B158E415E1A5}"/>
              </a:ext>
            </a:extLst>
          </p:cNvPr>
          <p:cNvSpPr/>
          <p:nvPr/>
        </p:nvSpPr>
        <p:spPr>
          <a:xfrm>
            <a:off x="4919219" y="4687153"/>
            <a:ext cx="686585" cy="25452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31" name="Free-form: Shape 30">
            <a:extLst>
              <a:ext uri="{FF2B5EF4-FFF2-40B4-BE49-F238E27FC236}">
                <a16:creationId xmlns:a16="http://schemas.microsoft.com/office/drawing/2014/main" id="{E98B6119-3E38-98CF-08FF-340EC4885911}"/>
              </a:ext>
            </a:extLst>
          </p:cNvPr>
          <p:cNvSpPr/>
          <p:nvPr/>
        </p:nvSpPr>
        <p:spPr>
          <a:xfrm>
            <a:off x="3421339" y="4944604"/>
            <a:ext cx="1598924" cy="110544"/>
          </a:xfrm>
          <a:custGeom>
            <a:avLst/>
            <a:gdLst>
              <a:gd name="connsiteX0" fmla="*/ 0 w 1951348"/>
              <a:gd name="connsiteY0" fmla="*/ 131975 h 152258"/>
              <a:gd name="connsiteX1" fmla="*/ 1489435 w 1951348"/>
              <a:gd name="connsiteY1" fmla="*/ 141402 h 152258"/>
              <a:gd name="connsiteX2" fmla="*/ 1951348 w 1951348"/>
              <a:gd name="connsiteY2" fmla="*/ 0 h 152258"/>
              <a:gd name="connsiteX0" fmla="*/ 0 w 1977542"/>
              <a:gd name="connsiteY0" fmla="*/ 174837 h 179509"/>
              <a:gd name="connsiteX1" fmla="*/ 1515629 w 1977542"/>
              <a:gd name="connsiteY1" fmla="*/ 141402 h 179509"/>
              <a:gd name="connsiteX2" fmla="*/ 1977542 w 1977542"/>
              <a:gd name="connsiteY2" fmla="*/ 0 h 179509"/>
              <a:gd name="connsiteX0" fmla="*/ 0 w 1977542"/>
              <a:gd name="connsiteY0" fmla="*/ 174837 h 174837"/>
              <a:gd name="connsiteX1" fmla="*/ 1515629 w 1977542"/>
              <a:gd name="connsiteY1" fmla="*/ 141402 h 174837"/>
              <a:gd name="connsiteX2" fmla="*/ 1977542 w 1977542"/>
              <a:gd name="connsiteY2" fmla="*/ 0 h 174837"/>
              <a:gd name="connsiteX0" fmla="*/ 0 w 1977542"/>
              <a:gd name="connsiteY0" fmla="*/ 174837 h 174837"/>
              <a:gd name="connsiteX1" fmla="*/ 1515629 w 1977542"/>
              <a:gd name="connsiteY1" fmla="*/ 141402 h 174837"/>
              <a:gd name="connsiteX2" fmla="*/ 1977542 w 1977542"/>
              <a:gd name="connsiteY2" fmla="*/ 0 h 174837"/>
              <a:gd name="connsiteX0" fmla="*/ 0 w 1977542"/>
              <a:gd name="connsiteY0" fmla="*/ 174837 h 174837"/>
              <a:gd name="connsiteX1" fmla="*/ 1175110 w 1977542"/>
              <a:gd name="connsiteY1" fmla="*/ 143783 h 174837"/>
              <a:gd name="connsiteX2" fmla="*/ 1977542 w 1977542"/>
              <a:gd name="connsiteY2" fmla="*/ 0 h 174837"/>
              <a:gd name="connsiteX0" fmla="*/ 0 w 1567967"/>
              <a:gd name="connsiteY0" fmla="*/ 151025 h 151025"/>
              <a:gd name="connsiteX1" fmla="*/ 1175110 w 1567967"/>
              <a:gd name="connsiteY1" fmla="*/ 119971 h 151025"/>
              <a:gd name="connsiteX2" fmla="*/ 1567967 w 1567967"/>
              <a:gd name="connsiteY2" fmla="*/ 0 h 151025"/>
              <a:gd name="connsiteX0" fmla="*/ 0 w 1598924"/>
              <a:gd name="connsiteY0" fmla="*/ 110544 h 127004"/>
              <a:gd name="connsiteX1" fmla="*/ 1206067 w 1598924"/>
              <a:gd name="connsiteY1" fmla="*/ 119971 h 127004"/>
              <a:gd name="connsiteX2" fmla="*/ 1598924 w 1598924"/>
              <a:gd name="connsiteY2" fmla="*/ 0 h 127004"/>
              <a:gd name="connsiteX0" fmla="*/ 0 w 1598924"/>
              <a:gd name="connsiteY0" fmla="*/ 110544 h 110544"/>
              <a:gd name="connsiteX1" fmla="*/ 1225117 w 1598924"/>
              <a:gd name="connsiteY1" fmla="*/ 91396 h 110544"/>
              <a:gd name="connsiteX2" fmla="*/ 1598924 w 1598924"/>
              <a:gd name="connsiteY2" fmla="*/ 0 h 110544"/>
              <a:gd name="connsiteX0" fmla="*/ 0 w 1598924"/>
              <a:gd name="connsiteY0" fmla="*/ 110544 h 110544"/>
              <a:gd name="connsiteX1" fmla="*/ 1220354 w 1598924"/>
              <a:gd name="connsiteY1" fmla="*/ 98540 h 110544"/>
              <a:gd name="connsiteX2" fmla="*/ 1598924 w 1598924"/>
              <a:gd name="connsiteY2" fmla="*/ 0 h 11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98924" h="110544">
                <a:moveTo>
                  <a:pt x="0" y="110544"/>
                </a:moveTo>
                <a:lnTo>
                  <a:pt x="1220354" y="98540"/>
                </a:lnTo>
                <a:cubicBezTo>
                  <a:pt x="1545578" y="76544"/>
                  <a:pt x="1530579" y="59703"/>
                  <a:pt x="1598924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Free-form: Shape 31">
            <a:extLst>
              <a:ext uri="{FF2B5EF4-FFF2-40B4-BE49-F238E27FC236}">
                <a16:creationId xmlns:a16="http://schemas.microsoft.com/office/drawing/2014/main" id="{547978BE-EFFC-ACEC-BD3C-5A0D8782026D}"/>
              </a:ext>
            </a:extLst>
          </p:cNvPr>
          <p:cNvSpPr/>
          <p:nvPr/>
        </p:nvSpPr>
        <p:spPr>
          <a:xfrm>
            <a:off x="3421338" y="4941676"/>
            <a:ext cx="1691205" cy="189672"/>
          </a:xfrm>
          <a:custGeom>
            <a:avLst/>
            <a:gdLst>
              <a:gd name="connsiteX0" fmla="*/ 0 w 1951348"/>
              <a:gd name="connsiteY0" fmla="*/ 131975 h 152258"/>
              <a:gd name="connsiteX1" fmla="*/ 1489435 w 1951348"/>
              <a:gd name="connsiteY1" fmla="*/ 141402 h 152258"/>
              <a:gd name="connsiteX2" fmla="*/ 1951348 w 1951348"/>
              <a:gd name="connsiteY2" fmla="*/ 0 h 152258"/>
              <a:gd name="connsiteX0" fmla="*/ 0 w 1977542"/>
              <a:gd name="connsiteY0" fmla="*/ 174837 h 179509"/>
              <a:gd name="connsiteX1" fmla="*/ 1515629 w 1977542"/>
              <a:gd name="connsiteY1" fmla="*/ 141402 h 179509"/>
              <a:gd name="connsiteX2" fmla="*/ 1977542 w 1977542"/>
              <a:gd name="connsiteY2" fmla="*/ 0 h 179509"/>
              <a:gd name="connsiteX0" fmla="*/ 0 w 1977542"/>
              <a:gd name="connsiteY0" fmla="*/ 174837 h 174837"/>
              <a:gd name="connsiteX1" fmla="*/ 1515629 w 1977542"/>
              <a:gd name="connsiteY1" fmla="*/ 141402 h 174837"/>
              <a:gd name="connsiteX2" fmla="*/ 1977542 w 1977542"/>
              <a:gd name="connsiteY2" fmla="*/ 0 h 174837"/>
              <a:gd name="connsiteX0" fmla="*/ 0 w 1977542"/>
              <a:gd name="connsiteY0" fmla="*/ 174837 h 174837"/>
              <a:gd name="connsiteX1" fmla="*/ 1515629 w 1977542"/>
              <a:gd name="connsiteY1" fmla="*/ 141402 h 174837"/>
              <a:gd name="connsiteX2" fmla="*/ 1977542 w 1977542"/>
              <a:gd name="connsiteY2" fmla="*/ 0 h 174837"/>
              <a:gd name="connsiteX0" fmla="*/ 0 w 1977542"/>
              <a:gd name="connsiteY0" fmla="*/ 174837 h 174837"/>
              <a:gd name="connsiteX1" fmla="*/ 1175110 w 1977542"/>
              <a:gd name="connsiteY1" fmla="*/ 143783 h 174837"/>
              <a:gd name="connsiteX2" fmla="*/ 1977542 w 1977542"/>
              <a:gd name="connsiteY2" fmla="*/ 0 h 174837"/>
              <a:gd name="connsiteX0" fmla="*/ 0 w 1567967"/>
              <a:gd name="connsiteY0" fmla="*/ 151025 h 151025"/>
              <a:gd name="connsiteX1" fmla="*/ 1175110 w 1567967"/>
              <a:gd name="connsiteY1" fmla="*/ 119971 h 151025"/>
              <a:gd name="connsiteX2" fmla="*/ 1567967 w 1567967"/>
              <a:gd name="connsiteY2" fmla="*/ 0 h 151025"/>
              <a:gd name="connsiteX0" fmla="*/ 0 w 1598924"/>
              <a:gd name="connsiteY0" fmla="*/ 110544 h 127004"/>
              <a:gd name="connsiteX1" fmla="*/ 1206067 w 1598924"/>
              <a:gd name="connsiteY1" fmla="*/ 119971 h 127004"/>
              <a:gd name="connsiteX2" fmla="*/ 1598924 w 1598924"/>
              <a:gd name="connsiteY2" fmla="*/ 0 h 127004"/>
              <a:gd name="connsiteX0" fmla="*/ 0 w 1598924"/>
              <a:gd name="connsiteY0" fmla="*/ 110544 h 110544"/>
              <a:gd name="connsiteX1" fmla="*/ 1225117 w 1598924"/>
              <a:gd name="connsiteY1" fmla="*/ 91396 h 110544"/>
              <a:gd name="connsiteX2" fmla="*/ 1598924 w 1598924"/>
              <a:gd name="connsiteY2" fmla="*/ 0 h 110544"/>
              <a:gd name="connsiteX0" fmla="*/ 0 w 1598924"/>
              <a:gd name="connsiteY0" fmla="*/ 110544 h 110544"/>
              <a:gd name="connsiteX1" fmla="*/ 1220354 w 1598924"/>
              <a:gd name="connsiteY1" fmla="*/ 98540 h 110544"/>
              <a:gd name="connsiteX2" fmla="*/ 1598924 w 1598924"/>
              <a:gd name="connsiteY2" fmla="*/ 0 h 11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98924" h="110544">
                <a:moveTo>
                  <a:pt x="0" y="110544"/>
                </a:moveTo>
                <a:lnTo>
                  <a:pt x="1220354" y="98540"/>
                </a:lnTo>
                <a:cubicBezTo>
                  <a:pt x="1545578" y="76544"/>
                  <a:pt x="1530579" y="59703"/>
                  <a:pt x="1598924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ree-form: Shape 32">
            <a:extLst>
              <a:ext uri="{FF2B5EF4-FFF2-40B4-BE49-F238E27FC236}">
                <a16:creationId xmlns:a16="http://schemas.microsoft.com/office/drawing/2014/main" id="{7B179B88-3C01-4EAD-DD03-CCD0D9AA7EB8}"/>
              </a:ext>
            </a:extLst>
          </p:cNvPr>
          <p:cNvSpPr/>
          <p:nvPr/>
        </p:nvSpPr>
        <p:spPr>
          <a:xfrm>
            <a:off x="3421338" y="4941675"/>
            <a:ext cx="1817412" cy="284509"/>
          </a:xfrm>
          <a:custGeom>
            <a:avLst/>
            <a:gdLst>
              <a:gd name="connsiteX0" fmla="*/ 0 w 1951348"/>
              <a:gd name="connsiteY0" fmla="*/ 131975 h 152258"/>
              <a:gd name="connsiteX1" fmla="*/ 1489435 w 1951348"/>
              <a:gd name="connsiteY1" fmla="*/ 141402 h 152258"/>
              <a:gd name="connsiteX2" fmla="*/ 1951348 w 1951348"/>
              <a:gd name="connsiteY2" fmla="*/ 0 h 152258"/>
              <a:gd name="connsiteX0" fmla="*/ 0 w 1977542"/>
              <a:gd name="connsiteY0" fmla="*/ 174837 h 179509"/>
              <a:gd name="connsiteX1" fmla="*/ 1515629 w 1977542"/>
              <a:gd name="connsiteY1" fmla="*/ 141402 h 179509"/>
              <a:gd name="connsiteX2" fmla="*/ 1977542 w 1977542"/>
              <a:gd name="connsiteY2" fmla="*/ 0 h 179509"/>
              <a:gd name="connsiteX0" fmla="*/ 0 w 1977542"/>
              <a:gd name="connsiteY0" fmla="*/ 174837 h 174837"/>
              <a:gd name="connsiteX1" fmla="*/ 1515629 w 1977542"/>
              <a:gd name="connsiteY1" fmla="*/ 141402 h 174837"/>
              <a:gd name="connsiteX2" fmla="*/ 1977542 w 1977542"/>
              <a:gd name="connsiteY2" fmla="*/ 0 h 174837"/>
              <a:gd name="connsiteX0" fmla="*/ 0 w 1977542"/>
              <a:gd name="connsiteY0" fmla="*/ 174837 h 174837"/>
              <a:gd name="connsiteX1" fmla="*/ 1515629 w 1977542"/>
              <a:gd name="connsiteY1" fmla="*/ 141402 h 174837"/>
              <a:gd name="connsiteX2" fmla="*/ 1977542 w 1977542"/>
              <a:gd name="connsiteY2" fmla="*/ 0 h 174837"/>
              <a:gd name="connsiteX0" fmla="*/ 0 w 1977542"/>
              <a:gd name="connsiteY0" fmla="*/ 174837 h 174837"/>
              <a:gd name="connsiteX1" fmla="*/ 1175110 w 1977542"/>
              <a:gd name="connsiteY1" fmla="*/ 143783 h 174837"/>
              <a:gd name="connsiteX2" fmla="*/ 1977542 w 1977542"/>
              <a:gd name="connsiteY2" fmla="*/ 0 h 174837"/>
              <a:gd name="connsiteX0" fmla="*/ 0 w 1567967"/>
              <a:gd name="connsiteY0" fmla="*/ 151025 h 151025"/>
              <a:gd name="connsiteX1" fmla="*/ 1175110 w 1567967"/>
              <a:gd name="connsiteY1" fmla="*/ 119971 h 151025"/>
              <a:gd name="connsiteX2" fmla="*/ 1567967 w 1567967"/>
              <a:gd name="connsiteY2" fmla="*/ 0 h 151025"/>
              <a:gd name="connsiteX0" fmla="*/ 0 w 1598924"/>
              <a:gd name="connsiteY0" fmla="*/ 110544 h 127004"/>
              <a:gd name="connsiteX1" fmla="*/ 1206067 w 1598924"/>
              <a:gd name="connsiteY1" fmla="*/ 119971 h 127004"/>
              <a:gd name="connsiteX2" fmla="*/ 1598924 w 1598924"/>
              <a:gd name="connsiteY2" fmla="*/ 0 h 127004"/>
              <a:gd name="connsiteX0" fmla="*/ 0 w 1598924"/>
              <a:gd name="connsiteY0" fmla="*/ 110544 h 110544"/>
              <a:gd name="connsiteX1" fmla="*/ 1225117 w 1598924"/>
              <a:gd name="connsiteY1" fmla="*/ 91396 h 110544"/>
              <a:gd name="connsiteX2" fmla="*/ 1598924 w 1598924"/>
              <a:gd name="connsiteY2" fmla="*/ 0 h 110544"/>
              <a:gd name="connsiteX0" fmla="*/ 0 w 1598924"/>
              <a:gd name="connsiteY0" fmla="*/ 110544 h 110544"/>
              <a:gd name="connsiteX1" fmla="*/ 1220354 w 1598924"/>
              <a:gd name="connsiteY1" fmla="*/ 98540 h 110544"/>
              <a:gd name="connsiteX2" fmla="*/ 1598924 w 1598924"/>
              <a:gd name="connsiteY2" fmla="*/ 0 h 11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98924" h="110544">
                <a:moveTo>
                  <a:pt x="0" y="110544"/>
                </a:moveTo>
                <a:lnTo>
                  <a:pt x="1220354" y="98540"/>
                </a:lnTo>
                <a:cubicBezTo>
                  <a:pt x="1545578" y="76544"/>
                  <a:pt x="1530579" y="59703"/>
                  <a:pt x="1598924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Free-form: Shape 33">
            <a:extLst>
              <a:ext uri="{FF2B5EF4-FFF2-40B4-BE49-F238E27FC236}">
                <a16:creationId xmlns:a16="http://schemas.microsoft.com/office/drawing/2014/main" id="{29AAF4C2-F1D5-45F2-5CAE-6F2478D2F5FC}"/>
              </a:ext>
            </a:extLst>
          </p:cNvPr>
          <p:cNvSpPr/>
          <p:nvPr/>
        </p:nvSpPr>
        <p:spPr>
          <a:xfrm>
            <a:off x="3421339" y="4941674"/>
            <a:ext cx="1497880" cy="47420"/>
          </a:xfrm>
          <a:custGeom>
            <a:avLst/>
            <a:gdLst>
              <a:gd name="connsiteX0" fmla="*/ 0 w 1951348"/>
              <a:gd name="connsiteY0" fmla="*/ 131975 h 152258"/>
              <a:gd name="connsiteX1" fmla="*/ 1489435 w 1951348"/>
              <a:gd name="connsiteY1" fmla="*/ 141402 h 152258"/>
              <a:gd name="connsiteX2" fmla="*/ 1951348 w 1951348"/>
              <a:gd name="connsiteY2" fmla="*/ 0 h 152258"/>
              <a:gd name="connsiteX0" fmla="*/ 0 w 1977542"/>
              <a:gd name="connsiteY0" fmla="*/ 174837 h 179509"/>
              <a:gd name="connsiteX1" fmla="*/ 1515629 w 1977542"/>
              <a:gd name="connsiteY1" fmla="*/ 141402 h 179509"/>
              <a:gd name="connsiteX2" fmla="*/ 1977542 w 1977542"/>
              <a:gd name="connsiteY2" fmla="*/ 0 h 179509"/>
              <a:gd name="connsiteX0" fmla="*/ 0 w 1977542"/>
              <a:gd name="connsiteY0" fmla="*/ 174837 h 174837"/>
              <a:gd name="connsiteX1" fmla="*/ 1515629 w 1977542"/>
              <a:gd name="connsiteY1" fmla="*/ 141402 h 174837"/>
              <a:gd name="connsiteX2" fmla="*/ 1977542 w 1977542"/>
              <a:gd name="connsiteY2" fmla="*/ 0 h 174837"/>
              <a:gd name="connsiteX0" fmla="*/ 0 w 1977542"/>
              <a:gd name="connsiteY0" fmla="*/ 174837 h 174837"/>
              <a:gd name="connsiteX1" fmla="*/ 1515629 w 1977542"/>
              <a:gd name="connsiteY1" fmla="*/ 141402 h 174837"/>
              <a:gd name="connsiteX2" fmla="*/ 1977542 w 1977542"/>
              <a:gd name="connsiteY2" fmla="*/ 0 h 174837"/>
              <a:gd name="connsiteX0" fmla="*/ 0 w 1977542"/>
              <a:gd name="connsiteY0" fmla="*/ 174837 h 174837"/>
              <a:gd name="connsiteX1" fmla="*/ 1175110 w 1977542"/>
              <a:gd name="connsiteY1" fmla="*/ 143783 h 174837"/>
              <a:gd name="connsiteX2" fmla="*/ 1977542 w 1977542"/>
              <a:gd name="connsiteY2" fmla="*/ 0 h 174837"/>
              <a:gd name="connsiteX0" fmla="*/ 0 w 1567967"/>
              <a:gd name="connsiteY0" fmla="*/ 151025 h 151025"/>
              <a:gd name="connsiteX1" fmla="*/ 1175110 w 1567967"/>
              <a:gd name="connsiteY1" fmla="*/ 119971 h 151025"/>
              <a:gd name="connsiteX2" fmla="*/ 1567967 w 1567967"/>
              <a:gd name="connsiteY2" fmla="*/ 0 h 151025"/>
              <a:gd name="connsiteX0" fmla="*/ 0 w 1598924"/>
              <a:gd name="connsiteY0" fmla="*/ 110544 h 127004"/>
              <a:gd name="connsiteX1" fmla="*/ 1206067 w 1598924"/>
              <a:gd name="connsiteY1" fmla="*/ 119971 h 127004"/>
              <a:gd name="connsiteX2" fmla="*/ 1598924 w 1598924"/>
              <a:gd name="connsiteY2" fmla="*/ 0 h 127004"/>
              <a:gd name="connsiteX0" fmla="*/ 0 w 1598924"/>
              <a:gd name="connsiteY0" fmla="*/ 110544 h 110544"/>
              <a:gd name="connsiteX1" fmla="*/ 1225117 w 1598924"/>
              <a:gd name="connsiteY1" fmla="*/ 91396 h 110544"/>
              <a:gd name="connsiteX2" fmla="*/ 1598924 w 1598924"/>
              <a:gd name="connsiteY2" fmla="*/ 0 h 110544"/>
              <a:gd name="connsiteX0" fmla="*/ 0 w 1598924"/>
              <a:gd name="connsiteY0" fmla="*/ 110544 h 110544"/>
              <a:gd name="connsiteX1" fmla="*/ 1220354 w 1598924"/>
              <a:gd name="connsiteY1" fmla="*/ 98540 h 110544"/>
              <a:gd name="connsiteX2" fmla="*/ 1598924 w 1598924"/>
              <a:gd name="connsiteY2" fmla="*/ 0 h 11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98924" h="110544">
                <a:moveTo>
                  <a:pt x="0" y="110544"/>
                </a:moveTo>
                <a:lnTo>
                  <a:pt x="1220354" y="98540"/>
                </a:lnTo>
                <a:cubicBezTo>
                  <a:pt x="1545578" y="76544"/>
                  <a:pt x="1530579" y="59703"/>
                  <a:pt x="1598924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3B60817-ED04-00B8-13A6-60EA192C2F37}"/>
              </a:ext>
            </a:extLst>
          </p:cNvPr>
          <p:cNvCxnSpPr/>
          <p:nvPr/>
        </p:nvCxnSpPr>
        <p:spPr>
          <a:xfrm flipV="1">
            <a:off x="4919219" y="4188619"/>
            <a:ext cx="0" cy="461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6F2AE3B-B56C-2E12-8856-79665FEAA0CD}"/>
              </a:ext>
            </a:extLst>
          </p:cNvPr>
          <p:cNvCxnSpPr>
            <a:cxnSpLocks/>
          </p:cNvCxnSpPr>
          <p:nvPr/>
        </p:nvCxnSpPr>
        <p:spPr>
          <a:xfrm>
            <a:off x="4874051" y="4595812"/>
            <a:ext cx="8100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-form: Shape 38">
            <a:extLst>
              <a:ext uri="{FF2B5EF4-FFF2-40B4-BE49-F238E27FC236}">
                <a16:creationId xmlns:a16="http://schemas.microsoft.com/office/drawing/2014/main" id="{5D43BAA6-9E04-200F-646B-EB72AA077053}"/>
              </a:ext>
            </a:extLst>
          </p:cNvPr>
          <p:cNvSpPr/>
          <p:nvPr/>
        </p:nvSpPr>
        <p:spPr>
          <a:xfrm>
            <a:off x="4964388" y="4265558"/>
            <a:ext cx="611982" cy="326759"/>
          </a:xfrm>
          <a:custGeom>
            <a:avLst/>
            <a:gdLst>
              <a:gd name="connsiteX0" fmla="*/ 0 w 611982"/>
              <a:gd name="connsiteY0" fmla="*/ 0 h 431006"/>
              <a:gd name="connsiteX1" fmla="*/ 114300 w 611982"/>
              <a:gd name="connsiteY1" fmla="*/ 314325 h 431006"/>
              <a:gd name="connsiteX2" fmla="*/ 611982 w 611982"/>
              <a:gd name="connsiteY2" fmla="*/ 431006 h 431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1982" h="431006">
                <a:moveTo>
                  <a:pt x="0" y="0"/>
                </a:moveTo>
                <a:cubicBezTo>
                  <a:pt x="6151" y="121245"/>
                  <a:pt x="12303" y="242491"/>
                  <a:pt x="114300" y="314325"/>
                </a:cubicBezTo>
                <a:cubicBezTo>
                  <a:pt x="216297" y="386159"/>
                  <a:pt x="414139" y="408582"/>
                  <a:pt x="611982" y="431006"/>
                </a:cubicBezTo>
              </a:path>
            </a:pathLst>
          </a:cu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57D858-7333-F880-382C-EA46CAAD6BA5}"/>
                  </a:ext>
                </a:extLst>
              </p:cNvPr>
              <p:cNvSpPr txBox="1"/>
              <p:nvPr/>
            </p:nvSpPr>
            <p:spPr>
              <a:xfrm>
                <a:off x="4751109" y="3937567"/>
                <a:ext cx="2762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57D858-7333-F880-382C-EA46CAAD6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109" y="3937567"/>
                <a:ext cx="276225" cy="369332"/>
              </a:xfrm>
              <a:prstGeom prst="rect">
                <a:avLst/>
              </a:prstGeom>
              <a:blipFill>
                <a:blip r:embed="rId2"/>
                <a:stretch>
                  <a:fillRect l="-6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38B21F8-5ED3-EF1F-FCC4-C4C39A6DEEAB}"/>
                  </a:ext>
                </a:extLst>
              </p:cNvPr>
              <p:cNvSpPr txBox="1"/>
              <p:nvPr/>
            </p:nvSpPr>
            <p:spPr>
              <a:xfrm>
                <a:off x="5605804" y="4399413"/>
                <a:ext cx="2762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38B21F8-5ED3-EF1F-FCC4-C4C39A6DE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804" y="4399413"/>
                <a:ext cx="276225" cy="369332"/>
              </a:xfrm>
              <a:prstGeom prst="rect">
                <a:avLst/>
              </a:prstGeom>
              <a:blipFill>
                <a:blip r:embed="rId3"/>
                <a:stretch>
                  <a:fillRect l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6FC1CC1-89F7-D279-F3BD-10ABD83BCDB4}"/>
              </a:ext>
            </a:extLst>
          </p:cNvPr>
          <p:cNvCxnSpPr/>
          <p:nvPr/>
        </p:nvCxnSpPr>
        <p:spPr>
          <a:xfrm>
            <a:off x="4919219" y="4368590"/>
            <a:ext cx="37668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EDF1217-5B23-010E-7849-39A2D1A036AF}"/>
                  </a:ext>
                </a:extLst>
              </p:cNvPr>
              <p:cNvSpPr txBox="1"/>
              <p:nvPr/>
            </p:nvSpPr>
            <p:spPr>
              <a:xfrm>
                <a:off x="5087330" y="4003953"/>
                <a:ext cx="2762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EDF1217-5B23-010E-7849-39A2D1A03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330" y="4003953"/>
                <a:ext cx="276225" cy="369332"/>
              </a:xfrm>
              <a:prstGeom prst="rect">
                <a:avLst/>
              </a:prstGeom>
              <a:blipFill>
                <a:blip r:embed="rId4"/>
                <a:stretch>
                  <a:fillRect l="-37778" b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9811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</TotalTime>
  <Words>28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Cambria Math</vt:lpstr>
      <vt:lpstr>Office Theme</vt:lpstr>
      <vt:lpstr>PowerPoint Presentation</vt:lpstr>
    </vt:vector>
  </TitlesOfParts>
  <Company>University of Oxford, Department of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Bonilla</dc:creator>
  <cp:lastModifiedBy>Sebastian Bonilla</cp:lastModifiedBy>
  <cp:revision>1</cp:revision>
  <dcterms:created xsi:type="dcterms:W3CDTF">2026-06-12T14:36:13Z</dcterms:created>
  <dcterms:modified xsi:type="dcterms:W3CDTF">2026-06-13T06:27:36Z</dcterms:modified>
</cp:coreProperties>
</file>